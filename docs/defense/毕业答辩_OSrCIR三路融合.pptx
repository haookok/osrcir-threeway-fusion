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0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同济大学 2026 届本科毕业设计答辩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基于视觉代理与描述融合的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零样本组合式图像检索改进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D0F0"/>
                </a:solidFill>
                <a:latin typeface="Microsoft YaHei"/>
              </a:rPr>
              <a:t>— 对 CVPR 2025 Highlight OSrCIR 的三路融合改进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A1B9A"/>
                </a:solidFill>
                <a:latin typeface="Microsoft YaHei"/>
              </a:rPr>
              <a:t>答辩人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杨 浩 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576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A1B9A"/>
                </a:solidFill>
                <a:latin typeface="Microsoft YaHei"/>
              </a:rPr>
              <a:t>指导教师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233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XXX  教授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576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A1B9A"/>
                </a:solidFill>
                <a:latin typeface="Microsoft YaHei"/>
              </a:rPr>
              <a:t>专业 / 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023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计算机科学与技术 · 电子与信息工程学院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4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关键词:  零样本组合式图像检索 · 多模态大模型 · 视觉代理 · 描述融合 · CLIP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目 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2 / 16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28016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25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零样本组合式图像检索 (ZS-CIR) 与 OSrCIR 基线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03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研究内容与问题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基线瓶颈：描述缺乏视觉验证 / MLLM 易幻觉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83464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80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方法：三路融合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46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Visual Proxy + V7 反幻觉 CoT + Description Ensemble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61188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6576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实验与结果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023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9 个标准数据集全量实验，35/35 指标全部提升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38912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34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消融与分析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800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α/β 网格搜索、prompt 迭代、跨数据集泛化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16636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12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icrosoft YaHei"/>
              </a:rPr>
              <a:t>总结与展望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577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</a:rPr>
              <a:t>工作贡献、局限性、后续可拓展方向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01  研究背景与任务定义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Zero-Shot Composed Image Retrieval (ZS-CIR)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5669280" cy="53035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6A1B9A"/>
                </a:solidFill>
                <a:latin typeface="Microsoft YaHei"/>
              </a:rPr>
              <a:t>任务定义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4864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给定 (参考图, 修改文本) 二元组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  —— 修改文本描述: “把裙子换成黑色短款”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在大图库 (万~十万级) 中检索符合描述的目标图像。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约束: 零样本 (Zero-Shot)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  —— 不允许在下游数据集做任何训练或微调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6A1B9A"/>
                </a:solidFill>
                <a:latin typeface="Microsoft YaHei"/>
              </a:rPr>
              <a:t>应用场景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4864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电商服装检索: 以图+文细化筛选 (Amazon, 阿里)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内容创作素材库: 基于已有图修改意图找素材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安防/医疗: 带条件修改的相似案例匹配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通用基础模型 (CLIP / MLLM) 下游通用能力评测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486400" cy="5303520"/>
          </a:xfrm>
          <a:prstGeom prst="rect">
            <a:avLst/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42B5C"/>
                </a:solidFill>
                <a:latin typeface="Microsoft YaHei"/>
              </a:rPr>
              <a:t>基线论文: OSrCIR (CVPR 2025 Highlight)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/>
              </a:rPr>
              <a:t>arXiv 2412.11077 · 2024.12 · One-Stage reflective CIR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核心流程 (单轮 CoT 推理)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① 参考图  +  修改文本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          ↓  (MLLM with CoT prompt)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② 目标描述 D  (纯文本)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          ↓  (CLIP ViT-L/14)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③ 文本特征   →   与图库检索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主要贡献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52120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将 MLLM 作为“反射式”理解器引入 ZS-CIR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零训练,  纯 prompt + CLIP 对齐即可刷新 SOTA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• 统一覆盖 FashionIQ / CIRCO / CIRR / GeneCIS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02  基线瓶颈与改进切入点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单轮推理的结构性缺陷 · MLLM 幻觉风险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307592"/>
            <a:ext cx="3657600" cy="3108960"/>
          </a:xfrm>
          <a:prstGeom prst="rect">
            <a:avLst/>
          </a:prstGeom>
          <a:solidFill>
            <a:srgbClr val="DD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075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难点 1  ·  缺乏视觉验证信号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00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MLLM 仅凭参考图 + 文本做一次推理输出 D1,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没有图像侧 (image space) 的反馈闭环。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一旦遗漏关键修改, 错误会直接传导到检索。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307592"/>
            <a:ext cx="3657600" cy="3108960"/>
          </a:xfrm>
          <a:prstGeom prst="rect">
            <a:avLst/>
          </a:prstGeom>
          <a:solidFill>
            <a:srgbClr val="DD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234440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23444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3075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难点 2  ·  MLLM 幻觉风险高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920240"/>
            <a:ext cx="3200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直接在 prompt 中让 MLLM 自由精炼描述,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容易引入代理图中的 AI 虚构细节 (背景/材质)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导致描述膨胀 ~ 1.9×, CLIP 空间反而远离目标。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11896" y="1307592"/>
            <a:ext cx="3657600" cy="3108960"/>
          </a:xfrm>
          <a:prstGeom prst="rect">
            <a:avLst/>
          </a:prstGeom>
          <a:solidFill>
            <a:srgbClr val="DD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234440"/>
            <a:ext cx="3657600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23444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307592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难点 3  ·  跨任务策略不统一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20240"/>
            <a:ext cx="3200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FashionIQ / CIRCO / CIRR / GeneCIS 任务特性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差异大 (时尚属性 / 开放场景 / 细粒度改动),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单一 prompt 策略难以在 9 个子集全面正向。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72000"/>
            <a:ext cx="11338560" cy="178308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572000"/>
            <a:ext cx="137160" cy="1783080"/>
          </a:xfrm>
          <a:prstGeom prst="rect">
            <a:avLst/>
          </a:prstGeom>
          <a:solidFill>
            <a:srgbClr val="E0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04B3F"/>
                </a:solidFill>
                <a:latin typeface="Microsoft YaHei"/>
              </a:rPr>
              <a:t>改进切入点 (与老师多轮讨论后确定)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107899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① 引入 文生图代理 (Visual Proxy) , 为纯文本推理补上 “图像级校验”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② 设计 V7 反幻觉 CoT: 代理图仅作 “诊断” , 禁止写入虚构细节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③ 在 CLIP 特征空间做 Description Ensemble, 让 D1 兜底, D2 增量修正 —— 保证不退化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  方法 · 三路融合总体框架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Visual Proxy + V7 Anti-Hallucination CoT + Description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5 / 16</a:t>
            </a:r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0" y="1463040"/>
            <a:ext cx="7390559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12480" y="1188720"/>
            <a:ext cx="3474720" cy="53035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80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A1B9A"/>
                </a:solidFill>
                <a:latin typeface="Microsoft YaHei"/>
              </a:rPr>
              <a:t>检索公式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45920"/>
            <a:ext cx="329184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f_text =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norm( β · CLIP(D₁) +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     (1−β) · CLIP(D₂) 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score =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α · sim(f_text, g)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+ (1−α) · sim(CLIP(proxy),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默认参数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06908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β = 0.7  (D₁ 权重)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α = 0.9  (文本信号主导)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CLIP: ViT-L/14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MLLM: Qwen-VL-Max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T2I: MiniMax image-01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257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整体特点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57784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零训练, 纯推理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三信号互补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• D₁ 兜底防退化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03.1  创新点 ① · Visual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将文本推理 “画” 出来, 为检索提供图像空间信号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动机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576072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原方法全程在文本空间操作,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描述一旦偏差, 下游 CLIP 检索将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直接失败且无可恢复路径.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解决: 让 MLLM 的初始描述 D₁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经 T2I 模型 (MiniMax image-01)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再生成一张代理图 proxy,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然后把代理图作为图库检索时的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“第二路” 图像查询, 与文本信号互补.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9768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两种使用方式 (消融)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54880"/>
            <a:ext cx="5760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Plan A — 后融合: 在检索得分上做加权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Plan B — 前融合: 把 proxy 喂回 MLLM 做二轮精炼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   → 最终方案 两者结合 (A 做检索 · B 做精炼)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486400" cy="5394960"/>
          </a:xfrm>
          <a:prstGeom prst="rect">
            <a:avLst/>
          </a:prstGeom>
          <a:solidFill>
            <a:srgbClr val="F8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04B3F"/>
                </a:solidFill>
                <a:latin typeface="Microsoft YaHei"/>
              </a:rPr>
              <a:t>FashionIQ dress 子集 (50 样本) R@10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Baseline (仅 D1)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240280"/>
            <a:ext cx="3474720" cy="411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240280"/>
            <a:ext cx="2084832" cy="4114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24028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Microsoft YaHei"/>
              </a:rPr>
              <a:t>18.0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Plan A 后融合 α=0.8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291840"/>
            <a:ext cx="3474720" cy="411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91840"/>
            <a:ext cx="3011424" cy="4114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329184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26.0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Plan B 前融合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343400"/>
            <a:ext cx="3474720" cy="411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4343400"/>
            <a:ext cx="2548128" cy="411480"/>
          </a:xfrm>
          <a:prstGeom prst="rect">
            <a:avLst/>
          </a:prstGeom>
          <a:solidFill>
            <a:srgbClr val="14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434340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22.0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394960"/>
            <a:ext cx="50292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0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5440680"/>
            <a:ext cx="48463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两种方式均显著提升 baseline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验证了 proxy 确实携带可用的图像级信息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03.2  创新点 ② · V7 反幻觉 CoT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Prompt 迭代 4 轮, 终于解决 “代理图是参照又是幻觉源” 的矛盾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7 / 16</a:t>
            </a:r>
          </a:p>
        </p:txBody>
      </p:sp>
      <p:pic>
        <p:nvPicPr>
          <p:cNvPr id="8" name="Picture 7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08" y="1554480"/>
            <a:ext cx="7149423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143000"/>
            <a:ext cx="3931920" cy="539496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234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V7 的三个关键设计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① 代理图 AI 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prompt 中显式声明: 代理图含幻觉细节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禁止写入代理图中新增物体 / 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② 代理图仅做 “诊断”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8328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唯一用途: 检查颜色 / 物体 / 属性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是否已按修改文本改变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34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③ 强制短描述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800600"/>
            <a:ext cx="3657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输出长度 ≤ 修改文本长度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避免描述膨胀导致 CLIP 漂移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89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CIRR R@10:  67.0 → 73.5 (+6.5)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03.3  创新点 ③ · Description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用 D₁ 兜底 · 用 D₂ 增量修正 · 保证不退化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为什么需要 Ensemble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85216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V7 在 CIRR 提升 +6.5, 但在 FashionIQ shirt 反而 −4.0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原因: 单一 prompt 策略存在固有矛盾: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  • 激进精炼  → 修正偏差但可能丢失细节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  • 保守精炼  → 保留细节但改善有限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根本问题: “全或无” 替换 D₁→D₂ 粒度太粗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5669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114800"/>
            <a:ext cx="5852160" cy="1097280"/>
          </a:xfrm>
          <a:prstGeom prst="rect">
            <a:avLst/>
          </a:prstGeom>
          <a:solidFill>
            <a:srgbClr val="F5F3F9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486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onsolas"/>
              </a:rPr>
              <a:t>f_text = normalize( β · CLIP(D₁) + (1−β) · CLIP(D₂) )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Consolas"/>
              </a:rPr>
              <a:t>        β = 0.7      (D₁ 特征 70% · D₂ 特征 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394960"/>
            <a:ext cx="5943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在 CLIP 特征空间做 weighted-sum 而非硬替换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即使 D₂ 在某些样本上差, D₁ 的信号仍占主导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→ 实现所有子集的 统一正向提升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143000"/>
            <a:ext cx="5212080" cy="539496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2344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关键对比 (R@10)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691640"/>
            <a:ext cx="2011680" cy="3657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71907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91640"/>
            <a:ext cx="1097280" cy="3657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719072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CIRR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691640"/>
            <a:ext cx="1097280" cy="3657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719072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shirt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0" y="1691640"/>
            <a:ext cx="1097280" cy="3657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1719072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是否全正向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05740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057400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205740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0" y="205740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1945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Baseline (仅 D1)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1945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67.0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1945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30.0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1945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606040"/>
            <a:ext cx="20116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2606040"/>
            <a:ext cx="109728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0" y="2606040"/>
            <a:ext cx="914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972800" y="2606040"/>
            <a:ext cx="914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7432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V7 (D2 替换 D1)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7432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04B3F"/>
                </a:solidFill>
                <a:latin typeface="Microsoft YaHei"/>
              </a:rPr>
              <a:t>73.5 (+6.5)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7432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04B3F"/>
                </a:solidFill>
                <a:latin typeface="Microsoft YaHei"/>
              </a:rPr>
              <a:t>26.0 (−4.0)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27432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E04B3F"/>
                </a:solidFill>
                <a:latin typeface="Microsoft YaHei"/>
              </a:rPr>
              <a:t>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15468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9680" y="3154680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315468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0" y="315468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291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</a:rPr>
              <a:t>V7 + Ensemble β=0.7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9184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Microsoft YaHei"/>
              </a:rPr>
              <a:t>69.0 (+2.0)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2918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Microsoft YaHei"/>
              </a:rPr>
              <a:t>30.5 (+0.5)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32918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Microsoft YaHei"/>
              </a:rPr>
              <a:t>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3931920"/>
            <a:ext cx="4937760" cy="1371600"/>
          </a:xfrm>
          <a:prstGeom prst="rect">
            <a:avLst/>
          </a:prstGeom>
          <a:solidFill>
            <a:srgbClr val="ECF8EC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4005072"/>
            <a:ext cx="47548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Ensemble 放弃 V7 在 CIRR 上的极端提升,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换取所有子集的统一正向提升 ——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这才是 “工程可用” 的改进方案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04.1 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9 个标准基准 · 统一评估口径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数据集 (9 个基准)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669280" cy="77724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37160" cy="7772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FashionIQ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dress 1918 · shirt 1996 · toptee 1923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4B3F"/>
                </a:solidFill>
                <a:latin typeface="Microsoft YaHei"/>
              </a:rPr>
              <a:t>指标: R@10 / R@50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669280" cy="77724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37160" cy="7772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CIRCO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3464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220 queries · 123K 图库 (COCO 扩展)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44952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4B3F"/>
                </a:solidFill>
                <a:latin typeface="Microsoft YaHei"/>
              </a:rPr>
              <a:t>指标: mAP@5/10/25/50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5669280" cy="77724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137160" cy="7772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CIRR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0332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4181 queries · 2297 图库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13632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4B3F"/>
                </a:solidFill>
                <a:latin typeface="Microsoft YaHei"/>
              </a:rPr>
              <a:t>指标: R@1/5/10/50 · R_sub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5669280" cy="77724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137160" cy="7772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976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GeneCIS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change/focus × object/attribute (4 子集)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82312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04B3F"/>
                </a:solidFill>
                <a:latin typeface="Microsoft YaHei"/>
              </a:rPr>
              <a:t>指标: R@1/2/3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143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A1B9A"/>
                </a:solidFill>
                <a:latin typeface="Microsoft YaHei"/>
              </a:rPr>
              <a:t>技术栈与资源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645920"/>
            <a:ext cx="5394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69164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A1B9A"/>
                </a:solidFill>
                <a:latin typeface="Microsoft YaHei"/>
              </a:rPr>
              <a:t>MLLM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691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Qwen-VL-Max (阿里云 DashScope)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10312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原论文 GPT-4o → 因 API 可用性替换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差异仅影响 baseline 绝对值, 不影响相对改进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788920"/>
            <a:ext cx="5394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83464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A1B9A"/>
                </a:solidFill>
                <a:latin typeface="Microsoft YaHei"/>
              </a:rPr>
              <a:t>T2I 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834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MiniMax image-01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24612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初始描述 D₁ → 代理图 proxy · 512×512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931920"/>
            <a:ext cx="5394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97764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A1B9A"/>
                </a:solidFill>
                <a:latin typeface="Microsoft YaHei"/>
              </a:rPr>
              <a:t>视觉编码器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977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CLIP ViT-L/14 (与论文一致)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38912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同时编码 D₁ / D₂ / proxy / gallery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074920"/>
            <a:ext cx="5394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12064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A1B9A"/>
                </a:solidFill>
                <a:latin typeface="Microsoft YaHei"/>
              </a:rPr>
              <a:t>计算资源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120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Microsoft YaHei"/>
              </a:rPr>
              <a:t>Linux 3.6GB RAM  +  Windows RTX 4060 8GB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53212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MLLM / T2I 云端 API · CLIP 特征本地 GPU 计算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04.2  主结果 · 9 个数据集全量实验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35 / 35 指标全部提升 · 9 / 9 主指标全部正向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10 / 16</a:t>
            </a:r>
          </a:p>
        </p:txBody>
      </p:sp>
      <p:pic>
        <p:nvPicPr>
          <p:cNvPr id="8" name="Picture 7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73610"/>
            <a:ext cx="7772400" cy="39166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143000"/>
            <a:ext cx="3749039" cy="539496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34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关键提升 (主指标)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FIQ dress R@10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164592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+3.49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1645920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+22.1%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848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FIQ toptee R@10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2084832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+4.26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20848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+18.4%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23744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CIRCO mAP@10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523744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+5.05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2523744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+31.2%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62656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CIRR R@1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2962656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+2.94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2962656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+12.8%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40156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GeneCIS ch_obj R@1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401568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+11.68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34015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+84.5%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GeneCIS ch_attr R@1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84048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+9.14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3840480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+72.3%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793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GeneCIS fo_attr R@1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4279392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+9.01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27939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E04B3F"/>
                </a:solidFill>
                <a:latin typeface="Microsoft YaHei"/>
              </a:rPr>
              <a:t>+47.9%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4846320"/>
            <a:ext cx="34747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937760"/>
            <a:ext cx="32918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35 / 35 指标全部提升</a:t>
            </a:r>
          </a:p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无持平、无微降</a:t>
            </a:r>
          </a:p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GeneCIS 相对提升 47%~85%</a:t>
            </a:r>
          </a:p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零训练 · 纯推理改进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04.3  FashionIQ 细化结果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服装时尚属性 · 3 子集 12 指标全部提升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11 / 16</a:t>
            </a:r>
          </a:p>
        </p:txBody>
      </p:sp>
      <p:pic>
        <p:nvPicPr>
          <p:cNvPr id="8" name="Picture 7" descr="fig_fashion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84061"/>
            <a:ext cx="7315200" cy="30957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143000"/>
            <a:ext cx="4114800" cy="544068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34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  <a:latin typeface="Microsoft YaHei"/>
              </a:rPr>
              <a:t>关键观察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9164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dress 子集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05740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R@10 +3.49 (22.1%)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R@50 +5.42 (16.6%)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proxy 对长描述效果显著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0896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shirt 子集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47472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R@10 +1.35 (5.2%)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V7 短描述策略原本有退化风险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Ensemble 成功 “兜底”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52628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04B3F"/>
                </a:solidFill>
                <a:latin typeface="Microsoft YaHei"/>
              </a:rPr>
              <a:t>toptee 子集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89204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R@10 +4.26 (18.4%)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R@50 +5.25 (12.7%)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改进幅度仅次于 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0807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与原论文差距主要来自 MLLM 替换, 不影响改进有效性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05.1  消融 · α/β 网格搜索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GeneCIS 各子集最优参数差异显著 · task-adaptive 有价值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12 / 16</a:t>
            </a:r>
          </a:p>
        </p:txBody>
      </p:sp>
      <p:pic>
        <p:nvPicPr>
          <p:cNvPr id="8" name="Picture 7" descr="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97090"/>
            <a:ext cx="7498079" cy="34696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143000"/>
            <a:ext cx="3931920" cy="539496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234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超参数含义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3749039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β:  D₁ 特征权重 (1→仅 D₁, 0→仅 D₂)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α:  文本信号 vs. 代理图信号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     (1→仅文本, 0→仅代理图)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GeneCIS 各子集最优 (α, 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91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change_object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32918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42B5C"/>
                </a:solidFill>
                <a:latin typeface="Consolas"/>
              </a:rPr>
              <a:t>α=0.95  β=0.50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329184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+0.77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30752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focus_object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730752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42B5C"/>
                </a:solidFill>
                <a:latin typeface="Consolas"/>
              </a:rPr>
              <a:t>α=0.80  β=1.00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3730752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+0.82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169664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change_attr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169664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42B5C"/>
                </a:solidFill>
                <a:latin typeface="Consolas"/>
              </a:rPr>
              <a:t>(需重建 gallery)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4169664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08576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focus_attr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608576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42B5C"/>
                </a:solidFill>
                <a:latin typeface="Consolas"/>
              </a:rPr>
              <a:t>α=1.00  β=0.60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4608576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+1.05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212080"/>
            <a:ext cx="36576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0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5257800"/>
            <a:ext cx="356616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结论: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• focus_object 需 高 β + 低 α (反向)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• 其他 3 子集偏 低 β + 高 α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证明 task-adaptive 调参的必要性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05.2  消融 · 三个组件的独立贡献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Visual Proxy / V7 CoT / Ensemble 逐个对比基线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13 / 16</a:t>
            </a:r>
          </a:p>
        </p:txBody>
      </p:sp>
      <p:pic>
        <p:nvPicPr>
          <p:cNvPr id="8" name="Picture 7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40425"/>
            <a:ext cx="7863840" cy="41829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143000"/>
            <a:ext cx="3520440" cy="539496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2344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消融分析 (CIRR R@10)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Baseline (D1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1737360"/>
            <a:ext cx="868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67.0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945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+ Visual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2194560"/>
            <a:ext cx="868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69.5  (+2.5)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6517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+ V7 CoT (D1→D2)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651760"/>
            <a:ext cx="868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73.5  (+6.5)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1089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+ V7 + Proxy (无Ens)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3108960"/>
            <a:ext cx="868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70.5  (+3.5)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5661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icrosoft YaHei"/>
              </a:rPr>
              <a:t>Full (三路融合)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3566160"/>
            <a:ext cx="868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E7D32"/>
                </a:solidFill>
                <a:latin typeface="Microsoft YaHei"/>
              </a:rPr>
              <a:t>68.7  (+1.7)*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2062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* 牺牲 CIRR 单点峰值, 换取 9 子集全正向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663440"/>
            <a:ext cx="32004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736592"/>
            <a:ext cx="310896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关键结论: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• V7 贡献最大 (+6.5)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• Proxy 与 Ensemble 协同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  使结果稳健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• 三者缺一不可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04.4  相对提升概览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9 个数据集主指标相对提升柱状图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14 / 16</a:t>
            </a:r>
          </a:p>
        </p:txBody>
      </p:sp>
      <p:pic>
        <p:nvPicPr>
          <p:cNvPr id="8" name="Picture 7" descr="fig_re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045250"/>
            <a:ext cx="8229600" cy="37733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961120" y="1188720"/>
            <a:ext cx="3063240" cy="534924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280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A1B9A"/>
                </a:solidFill>
                <a:latin typeface="Microsoft YaHei"/>
              </a:rPr>
              <a:t>TOP 3 相对提升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17830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5623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4B3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85623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B5C"/>
                </a:solidFill>
                <a:latin typeface="Microsoft YaHei"/>
              </a:rPr>
              <a:t>GeneCIS ch_obj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13.83 → 25.51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2011680"/>
            <a:ext cx="777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E7D32"/>
                </a:solidFill>
                <a:latin typeface="Microsoft YaHei"/>
              </a:rPr>
              <a:t>+84.5%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88036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95351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4B3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95351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B5C"/>
                </a:solidFill>
                <a:latin typeface="Microsoft YaHei"/>
              </a:rPr>
              <a:t>GeneCIS ch_attr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918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12.65 → 21.79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3108960"/>
            <a:ext cx="777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E7D32"/>
                </a:solidFill>
                <a:latin typeface="Microsoft YaHei"/>
              </a:rPr>
              <a:t>+72.3%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97764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05079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4B3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0507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42B5C"/>
                </a:solidFill>
                <a:latin typeface="Microsoft YaHei"/>
              </a:rPr>
              <a:t>GeneCIS fo_attr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3891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</a:rPr>
              <a:t>18.82 → 27.83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4206240"/>
            <a:ext cx="777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>
                <a:solidFill>
                  <a:srgbClr val="2E7D32"/>
                </a:solidFill>
                <a:latin typeface="Microsoft YaHei"/>
              </a:rPr>
              <a:t>+47.9%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03520"/>
            <a:ext cx="29260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GeneCIS 受益最大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→ MLLM 推理 + proxy 校验 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  细粒度属性/物体修改任务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  特别有效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06.1  工作贡献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三层创新 · 1 个统一工程方案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822960" cy="11887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2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234440"/>
            <a:ext cx="10378440" cy="11887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3258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A1B9A"/>
                </a:solidFill>
                <a:latin typeface="Microsoft YaHei"/>
              </a:rPr>
              <a:t>方法学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3736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提出 三路融合 ZS-CIR 框架: Visual Proxy (图像信号) + V7 Anti-Hallucination CoT (描述校验) + Description Ensemble (特征空间兜底), 首次系统性结合三种机制用于零样本 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822960" cy="1188720"/>
          </a:xfrm>
          <a:prstGeom prst="rect">
            <a:avLst/>
          </a:prstGeom>
          <a:solidFill>
            <a:srgbClr val="E0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贡献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514600"/>
            <a:ext cx="10378440" cy="11887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6060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04B3F"/>
                </a:solidFill>
                <a:latin typeface="Microsoft YaHei"/>
              </a:rPr>
              <a:t>Prompt 工程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1752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通过 4 轮迭代, 诊断并解决 “代理图既是参照又是幻觉源” 的核心矛盾,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提出 “诊断而非描述” 的设计原则, 将 MLLM 从自由生成器降维为结构化校验器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822960" cy="1188720"/>
          </a:xfrm>
          <a:prstGeom prst="rect">
            <a:avLst/>
          </a:prstGeom>
          <a:solidFill>
            <a:srgbClr val="14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贡献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794760"/>
            <a:ext cx="10378440" cy="11887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8862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B5C"/>
                </a:solidFill>
                <a:latin typeface="Microsoft YaHei"/>
              </a:rPr>
              <a:t>实验验证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9768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在 9 个标准基准上完成全量实验, 35/35 指标全部提升;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FashionIQ 相对提升 5~22%, CIRCO mAP 相对提升 31.2%, GeneCIS R@1 提升 47~85%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822960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1500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贡献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074920"/>
            <a:ext cx="10378440" cy="118872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51663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Microsoft YaHei"/>
              </a:rPr>
              <a:t>工程与可复现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577840"/>
            <a:ext cx="10058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完整开源代码 / LaTeX 论文 / 配图代码 / 全量实验 JSON · 已上线 GitHub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提供 Qwen-VL + MiniMax 的低成本替代方案, 成本 ≈ GPT-4o 方案的 1/10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06.2  局限性与未来工作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DDDEE"/>
                </a:solidFill>
                <a:latin typeface="Microsoft YaHei"/>
              </a:rPr>
              <a:t>工程与学术两个维度的后续拓展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icrosoft YaHei"/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669280" cy="5394960"/>
          </a:xfrm>
          <a:prstGeom prst="rect">
            <a:avLst/>
          </a:prstGeom>
          <a:solidFill>
            <a:srgbClr val="F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F6C00"/>
                </a:solidFill>
                <a:latin typeface="Microsoft YaHei"/>
              </a:rPr>
              <a:t>当前工作局限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Microsoft YaHei"/>
              </a:rPr>
              <a:t>• 推理成本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每条 query 需 2 次 MLLM 调用 + 1 次 T2I 调用,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耗时约 15-25s, 尚未满足实时检索需求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Microsoft YaHei"/>
              </a:rPr>
              <a:t>• baseline 与原论文差距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MLLM 替换为 Qwen-VL 使 FIQ 绝对值下降 13pp,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但改进幅度仍保持一致, 方法本身不受影响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Microsoft YaHei"/>
              </a:rPr>
              <a:t>• 超参数依赖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α=0.9, β=0.7 在多数任务最优, 但 GeneCIS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focus_object 需反向, 需 task-adaptive 调参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Microsoft YaHei"/>
              </a:rPr>
              <a:t>• proxy 质量波动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T2I 模型对长描述 / 复杂场景 仍会生成低质代理图,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部分样本 proxy 反而成为干扰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43000"/>
            <a:ext cx="5532120" cy="5394960"/>
          </a:xfrm>
          <a:prstGeom prst="rect">
            <a:avLst/>
          </a:prstGeom>
          <a:solidFill>
            <a:srgbClr val="EC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3444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42B5C"/>
                </a:solidFill>
                <a:latin typeface="Microsoft YaHei"/>
              </a:rPr>
              <a:t>后续可拓展方向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6916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• F1 proxy 质量感知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057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用 CLIP 相似度评估 proxy 质量, 动态调整 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346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• F2 蒸馏到小模型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200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将三路融合流程蒸馏成一个轻量 CLIP 投影头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做到 10ms 级在线检索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• F3 迭代式 proxy 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343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多轮 “文本→图像→再推理” 循环, 直到描述收敛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1206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B5C"/>
                </a:solidFill>
                <a:latin typeface="Microsoft YaHei"/>
              </a:rPr>
              <a:t>• F4 跨模态评估框架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4864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把 proxy 引入开放域 CIR benchmark 设计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提供更严格的 ZS-CIR 评估口径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/>
              </a:rPr>
              <a:t>同济大学 · 2026 届本科毕业设计答辩 · 杨浩铭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E0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Thanks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E0D0F0"/>
                </a:solidFill>
                <a:latin typeface="Microsoft YaHei"/>
              </a:rPr>
              <a:t>恳请各位老师批评指正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GitHub 开源: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https://github.com/Haookok/osrcir-threeway-fusion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杨浩铭 · 同济大学 · 计算机科学与技术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DDCCEE"/>
                </a:solidFill>
                <a:latin typeface="Microsoft YaHei"/>
              </a:rPr>
              <a:t>2026 届本科毕业设计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